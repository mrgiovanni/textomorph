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/>
    <p:restoredTop sz="94683"/>
  </p:normalViewPr>
  <p:slideViewPr>
    <p:cSldViewPr snapToGrid="0">
      <p:cViewPr varScale="1">
        <p:scale>
          <a:sx n="120" d="100"/>
          <a:sy n="120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4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2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4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3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3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3A34-4611-1B4E-8C13-2981A745252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book and a cup of coffee&#10;&#10;Description automatically generated">
            <a:extLst>
              <a:ext uri="{FF2B5EF4-FFF2-40B4-BE49-F238E27FC236}">
                <a16:creationId xmlns:a16="http://schemas.microsoft.com/office/drawing/2014/main" id="{93C33760-9160-3F5C-2C5F-3FD96881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1713" y="1"/>
            <a:ext cx="21771426" cy="914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7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3</cp:revision>
  <dcterms:created xsi:type="dcterms:W3CDTF">2025-06-22T18:27:16Z</dcterms:created>
  <dcterms:modified xsi:type="dcterms:W3CDTF">2026-01-25T04:39:47Z</dcterms:modified>
</cp:coreProperties>
</file>